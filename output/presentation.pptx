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Welcome to Japan: A Journey Through Tradition and Modernity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 Land of Contrasts: Exploring Japan's Core Regions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Tradition Preserved: Kyoto's Cultural Heart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Kyoto: Japan's ancient capital, a city steeped in history and tradition.</a:t>
            </a:r>
          </a:p>
          <a:p>
            <a:r>
              <a:t>- Thousands of temples and shrines: Including Kinkaku-ji (Golden Pavilion) and Fushimi Inari-taisha.</a:t>
            </a:r>
          </a:p>
          <a:p>
            <a:r>
              <a:t>- Geishas in Gion: Witness the elegant artistry of geishas in the Gion district.</a:t>
            </a:r>
          </a:p>
          <a:p>
            <a:r>
              <a:t>- Traditional arts and crafts: Explore the intricate beauty of Kyoto's ceramics, textiles, and calligraphy.</a:t>
            </a:r>
          </a:p>
          <a:p>
            <a:r>
              <a:t>- Preserved architecture: Admire the well-maintained wooden machiya houses and imperial villas.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Tokyo: A Metropolis of Innovation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- Tech Hub: Home to cutting-edge technology companies.</a:t>
            </a:r>
          </a:p>
          <a:p>
            <a:r>
              <a:t>- Trendsetter: A global leader in fashion, design, and pop culture.</a:t>
            </a:r>
          </a:p>
          <a:p>
            <a:r>
              <a:t>- Infrastructure: Boasts one of the world's most efficient public transportation systems.</a:t>
            </a:r>
          </a:p>
          <a:p>
            <a:r>
              <a:t>- Robotics: Leading the way in robotics research and application.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Beyond the Cities: Natural Beauty and 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/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